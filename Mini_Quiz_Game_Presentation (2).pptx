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Quiz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quiz game using C programming</a:t>
            </a:r>
          </a:p>
          <a:p>
            <a:r>
              <a:t>Prepared for academic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 basic knowledge</a:t>
            </a:r>
          </a:p>
          <a:p>
            <a:r>
              <a:t>• Learn C programming</a:t>
            </a:r>
          </a:p>
          <a:p>
            <a:r>
              <a:t>• Improve logical thinking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Each question has 4 options</a:t>
            </a:r>
          </a:p>
          <a:p>
            <a:r>
              <a:t>• Only one correct answer</a:t>
            </a:r>
          </a:p>
          <a:p>
            <a:r>
              <a:t>• Each correct answer = 1 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capital of India?</a:t>
            </a:r>
          </a:p>
          <a:p/>
          <a:p>
            <a:r>
              <a:t>a) Mumbai</a:t>
            </a:r>
          </a:p>
          <a:p>
            <a:r>
              <a:t>b) Delhi</a:t>
            </a:r>
          </a:p>
          <a:p>
            <a:r>
              <a:t>c) Chennai</a:t>
            </a:r>
          </a:p>
          <a:p>
            <a:r>
              <a:t>d) Kolkata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 Answer: b) Delhi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Programming Language</a:t>
            </a:r>
          </a:p>
          <a:p>
            <a:r>
              <a:t>• GCC Compiler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Happy Learning 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